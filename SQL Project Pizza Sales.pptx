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322" r:id="rId2"/>
    <p:sldId id="333" r:id="rId3"/>
    <p:sldId id="259" r:id="rId4"/>
    <p:sldId id="294" r:id="rId5"/>
    <p:sldId id="323" r:id="rId6"/>
    <p:sldId id="321" r:id="rId7"/>
    <p:sldId id="324" r:id="rId8"/>
    <p:sldId id="325" r:id="rId9"/>
    <p:sldId id="326" r:id="rId10"/>
    <p:sldId id="327" r:id="rId11"/>
    <p:sldId id="328" r:id="rId12"/>
    <p:sldId id="329" r:id="rId13"/>
    <p:sldId id="330" r:id="rId14"/>
    <p:sldId id="331" r:id="rId15"/>
    <p:sldId id="332" r:id="rId16"/>
    <p:sldId id="297" r:id="rId17"/>
  </p:sldIdLst>
  <p:sldSz cx="12190413" cy="6859588"/>
  <p:notesSz cx="6858000" cy="9144000"/>
  <p:embeddedFontLst>
    <p:embeddedFont>
      <p:font typeface="굴림체" panose="020B0609000101010101" pitchFamily="49" charset="-127"/>
      <p:regular r:id="rId20"/>
    </p:embeddedFont>
    <p:embeddedFont>
      <p:font typeface="맑은 고딕" panose="020B0503020000020004" pitchFamily="34" charset="-127"/>
      <p:regular r:id="rId21"/>
      <p:bold r:id="rId22"/>
    </p:embeddedFont>
    <p:embeddedFont>
      <p:font typeface="Copperplate Gothic Light" panose="020E0507020206020404" pitchFamily="34" charset="0"/>
      <p:regular r:id="rId23"/>
    </p:embeddedFont>
    <p:embeddedFont>
      <p:font typeface="Noto Sans" panose="020B0502040504020204" pitchFamily="34" charset="0"/>
      <p:regular r:id="rId24"/>
      <p:bold r:id="rId25"/>
    </p:embeddedFont>
  </p:embeddedFontLst>
  <p:defaultTextStyle>
    <a:defPPr>
      <a:defRPr lang="ko-KR"/>
    </a:defPPr>
    <a:lvl1pPr marL="0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497845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995690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493535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1991380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489225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2987070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484916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3982761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2161">
          <p15:clr>
            <a:srgbClr val="A4A3A4"/>
          </p15:clr>
        </p15:guide>
        <p15:guide id="4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22222"/>
    <a:srgbClr val="FFCE33"/>
    <a:srgbClr val="882406"/>
    <a:srgbClr val="00A9B0"/>
    <a:srgbClr val="013662"/>
    <a:srgbClr val="E93440"/>
    <a:srgbClr val="BFBFBF"/>
    <a:srgbClr val="667552"/>
    <a:srgbClr val="CC9900"/>
    <a:srgbClr val="5460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494" autoAdjust="0"/>
    <p:restoredTop sz="94792" autoAdjust="0"/>
  </p:normalViewPr>
  <p:slideViewPr>
    <p:cSldViewPr>
      <p:cViewPr varScale="1">
        <p:scale>
          <a:sx n="82" d="100"/>
          <a:sy n="82" d="100"/>
        </p:scale>
        <p:origin x="883" y="77"/>
      </p:cViewPr>
      <p:guideLst>
        <p:guide orient="horz" pos="2160"/>
        <p:guide pos="2880"/>
        <p:guide orient="horz" pos="2161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85" d="100"/>
          <a:sy n="85" d="100"/>
        </p:scale>
        <p:origin x="-3870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CCFBE2-2B8D-499C-81C9-2CD5B3EB8E93}" type="datetimeFigureOut">
              <a:rPr lang="ko-KR" altLang="en-US" smtClean="0"/>
              <a:pPr/>
              <a:t>2024-09-04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54DD7E-3179-445A-81DB-781C4554AFF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95366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545AC5-813F-4ED1-B011-8EA17CB93331}" type="datetimeFigureOut">
              <a:rPr lang="ko-KR" altLang="en-US" smtClean="0"/>
              <a:pPr/>
              <a:t>2024-09-04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504B90-27FD-422C-8CC6-2AADAD122D0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7072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95690" rtl="0" eaLnBrk="1" latinLnBrk="1" hangingPunct="1">
      <a:defRPr sz="1300" kern="1200">
        <a:solidFill>
          <a:schemeClr val="tx1"/>
        </a:solidFill>
        <a:latin typeface="+mn-lt"/>
        <a:ea typeface="+mn-ea"/>
        <a:cs typeface="+mn-cs"/>
      </a:defRPr>
    </a:lvl1pPr>
    <a:lvl2pPr marL="497845" algn="l" defTabSz="995690" rtl="0" eaLnBrk="1" latinLnBrk="1" hangingPunct="1">
      <a:defRPr sz="1300" kern="1200">
        <a:solidFill>
          <a:schemeClr val="tx1"/>
        </a:solidFill>
        <a:latin typeface="+mn-lt"/>
        <a:ea typeface="+mn-ea"/>
        <a:cs typeface="+mn-cs"/>
      </a:defRPr>
    </a:lvl2pPr>
    <a:lvl3pPr marL="995690" algn="l" defTabSz="995690" rtl="0" eaLnBrk="1" latinLnBrk="1" hangingPunct="1">
      <a:defRPr sz="1300" kern="1200">
        <a:solidFill>
          <a:schemeClr val="tx1"/>
        </a:solidFill>
        <a:latin typeface="+mn-lt"/>
        <a:ea typeface="+mn-ea"/>
        <a:cs typeface="+mn-cs"/>
      </a:defRPr>
    </a:lvl3pPr>
    <a:lvl4pPr marL="1493535" algn="l" defTabSz="995690" rtl="0" eaLnBrk="1" latinLnBrk="1" hangingPunct="1">
      <a:defRPr sz="1300" kern="1200">
        <a:solidFill>
          <a:schemeClr val="tx1"/>
        </a:solidFill>
        <a:latin typeface="+mn-lt"/>
        <a:ea typeface="+mn-ea"/>
        <a:cs typeface="+mn-cs"/>
      </a:defRPr>
    </a:lvl4pPr>
    <a:lvl5pPr marL="1991380" algn="l" defTabSz="995690" rtl="0" eaLnBrk="1" latinLnBrk="1" hangingPunct="1">
      <a:defRPr sz="1300" kern="1200">
        <a:solidFill>
          <a:schemeClr val="tx1"/>
        </a:solidFill>
        <a:latin typeface="+mn-lt"/>
        <a:ea typeface="+mn-ea"/>
        <a:cs typeface="+mn-cs"/>
      </a:defRPr>
    </a:lvl5pPr>
    <a:lvl6pPr marL="2489225" algn="l" defTabSz="995690" rtl="0" eaLnBrk="1" latinLnBrk="1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987070" algn="l" defTabSz="995690" rtl="0" eaLnBrk="1" latinLnBrk="1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484916" algn="l" defTabSz="995690" rtl="0" eaLnBrk="1" latinLnBrk="1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982761" algn="l" defTabSz="995690" rtl="0" eaLnBrk="1" latinLnBrk="1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504B90-27FD-422C-8CC6-2AADAD122D08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391061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40"/>
            <a:ext cx="12190413" cy="6857107"/>
          </a:xfrm>
          <a:prstGeom prst="rect">
            <a:avLst/>
          </a:prstGeom>
        </p:spPr>
      </p:pic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ED3D6733-6F27-4404-AB51-585418F146E5}" type="datetimeFigureOut">
              <a:rPr lang="ko-KR" altLang="en-US" smtClean="0"/>
              <a:pPr/>
              <a:t>2024-09-04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EE6BC638-39B7-4287-91A7-2A3DDA57329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5" name="제목 1"/>
          <p:cNvSpPr>
            <a:spLocks noGrp="1"/>
          </p:cNvSpPr>
          <p:nvPr>
            <p:ph type="ctrTitle" hasCustomPrompt="1"/>
          </p:nvPr>
        </p:nvSpPr>
        <p:spPr>
          <a:xfrm>
            <a:off x="5534000" y="2453687"/>
            <a:ext cx="5415634" cy="2045207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9569" tIns="49785" rIns="99569" bIns="49785" numCol="1" rtlCol="0" anchor="t" anchorCtr="0" compatLnSpc="1">
            <a:prstTxWarp prst="textNoShape">
              <a:avLst/>
            </a:prstTxWarp>
            <a:noAutofit/>
          </a:bodyPr>
          <a:lstStyle>
            <a:lvl1pPr marL="0" indent="0" algn="ctr" defTabSz="99569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Font typeface="굴림체" pitchFamily="49" charset="-127"/>
              <a:buNone/>
              <a:defRPr lang="ko-KR" altLang="en-US" sz="5800" kern="1200" baseline="0" dirty="0">
                <a:solidFill>
                  <a:schemeClr val="bg1"/>
                </a:solidFill>
                <a:effectLst/>
                <a:latin typeface="+mj-lt"/>
                <a:ea typeface="맑은 고딕" pitchFamily="50" charset="-127"/>
                <a:cs typeface="+mj-cs"/>
              </a:defRPr>
            </a:lvl1pPr>
          </a:lstStyle>
          <a:p>
            <a:r>
              <a:rPr lang="ko-KR" altLang="en-US" dirty="0"/>
              <a:t>제목을</a:t>
            </a:r>
            <a:r>
              <a:rPr lang="en-US" altLang="ko-KR" dirty="0"/>
              <a:t> </a:t>
            </a:r>
            <a:r>
              <a:rPr lang="ko-KR" altLang="en-US" dirty="0"/>
              <a:t>입력하시오</a:t>
            </a:r>
          </a:p>
        </p:txBody>
      </p:sp>
      <p:sp>
        <p:nvSpPr>
          <p:cNvPr id="14" name="부제목 2"/>
          <p:cNvSpPr>
            <a:spLocks noGrp="1"/>
          </p:cNvSpPr>
          <p:nvPr>
            <p:ph type="subTitle" idx="1"/>
          </p:nvPr>
        </p:nvSpPr>
        <p:spPr>
          <a:xfrm>
            <a:off x="5534000" y="4293890"/>
            <a:ext cx="5415634" cy="811138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9569" tIns="49785" rIns="99569" bIns="49785" numCol="1" rtlCol="0" anchor="t" anchorCtr="0" compatLnSpc="1">
            <a:prstTxWarp prst="textNoShape">
              <a:avLst/>
            </a:prstTxWarp>
            <a:noAutofit/>
          </a:bodyPr>
          <a:lstStyle>
            <a:lvl1pPr marL="0" indent="0" algn="ctr" defTabSz="99569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Font typeface="굴림체" pitchFamily="49" charset="-127"/>
              <a:buNone/>
              <a:defRPr lang="ko-KR" altLang="en-US" sz="1200" kern="1200" baseline="0" dirty="0">
                <a:solidFill>
                  <a:schemeClr val="bg1"/>
                </a:solidFill>
                <a:effectLst/>
                <a:latin typeface="+mj-lt"/>
                <a:ea typeface="맑은 고딕" pitchFamily="50" charset="-127"/>
                <a:cs typeface="+mj-cs"/>
              </a:defRPr>
            </a:lvl1pPr>
            <a:lvl2pPr marL="4978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956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935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913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89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870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849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827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ko-KR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reveal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40"/>
            <a:ext cx="12190413" cy="6857107"/>
          </a:xfrm>
          <a:prstGeom prst="rect">
            <a:avLst/>
          </a:prstGeom>
        </p:spPr>
      </p:pic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D6733-6F27-4404-AB51-585418F146E5}" type="datetimeFigureOut">
              <a:rPr lang="ko-KR" altLang="en-US" smtClean="0"/>
              <a:pPr/>
              <a:t>2024-09-04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BC638-39B7-4287-91A7-2A3DDA57329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reveal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0" y="1240"/>
            <a:ext cx="12190413" cy="6857107"/>
          </a:xfrm>
          <a:prstGeom prst="rect">
            <a:avLst/>
          </a:prstGeom>
        </p:spPr>
      </p:pic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D6733-6F27-4404-AB51-585418F146E5}" type="datetimeFigureOut">
              <a:rPr lang="ko-KR" altLang="en-US" smtClean="0"/>
              <a:pPr/>
              <a:t>2024-09-04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BC638-39B7-4287-91A7-2A3DDA57329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reveal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40"/>
            <a:ext cx="12190413" cy="6857107"/>
          </a:xfrm>
          <a:prstGeom prst="rect">
            <a:avLst/>
          </a:prstGeom>
        </p:spPr>
      </p:pic>
      <p:sp>
        <p:nvSpPr>
          <p:cNvPr id="15" name="내용 개체 틀 2"/>
          <p:cNvSpPr>
            <a:spLocks noGrp="1"/>
          </p:cNvSpPr>
          <p:nvPr>
            <p:ph idx="1" hasCustomPrompt="1"/>
          </p:nvPr>
        </p:nvSpPr>
        <p:spPr>
          <a:xfrm>
            <a:off x="609521" y="1485579"/>
            <a:ext cx="10971372" cy="4824535"/>
          </a:xfrm>
        </p:spPr>
        <p:txBody>
          <a:bodyPr>
            <a:normAutofit/>
          </a:bodyPr>
          <a:lstStyle>
            <a:lvl1pPr algn="l">
              <a:buNone/>
              <a:defRPr sz="2000" i="1" baseline="0">
                <a:solidFill>
                  <a:schemeClr val="bg1">
                    <a:lumMod val="50000"/>
                  </a:schemeClr>
                </a:solidFill>
                <a:latin typeface="+mj-lt"/>
                <a:ea typeface="맑은 고딕" pitchFamily="50" charset="-127"/>
              </a:defRPr>
            </a:lvl1pPr>
            <a:lvl2pPr algn="l">
              <a:buNone/>
              <a:defRPr sz="2500" baseline="0">
                <a:solidFill>
                  <a:schemeClr val="tx1">
                    <a:lumMod val="75000"/>
                    <a:lumOff val="25000"/>
                  </a:schemeClr>
                </a:solidFill>
                <a:latin typeface="Noto Sans" pitchFamily="34" charset="0"/>
                <a:ea typeface="맑은 고딕" pitchFamily="50" charset="-127"/>
              </a:defRPr>
            </a:lvl2pPr>
            <a:lvl3pPr algn="l">
              <a:buNone/>
              <a:defRPr sz="2500" baseline="0">
                <a:solidFill>
                  <a:schemeClr val="tx1">
                    <a:lumMod val="75000"/>
                    <a:lumOff val="25000"/>
                  </a:schemeClr>
                </a:solidFill>
                <a:latin typeface="Noto Sans" pitchFamily="34" charset="0"/>
                <a:ea typeface="맑은 고딕" pitchFamily="50" charset="-127"/>
              </a:defRPr>
            </a:lvl3pPr>
            <a:lvl4pPr algn="l">
              <a:buNone/>
              <a:defRPr sz="2500" baseline="0">
                <a:solidFill>
                  <a:schemeClr val="tx1">
                    <a:lumMod val="75000"/>
                    <a:lumOff val="25000"/>
                  </a:schemeClr>
                </a:solidFill>
                <a:latin typeface="Noto Sans" pitchFamily="34" charset="0"/>
                <a:ea typeface="맑은 고딕" pitchFamily="50" charset="-127"/>
              </a:defRPr>
            </a:lvl4pPr>
            <a:lvl5pPr algn="l">
              <a:buNone/>
              <a:defRPr sz="2500" baseline="0">
                <a:solidFill>
                  <a:schemeClr val="tx1">
                    <a:lumMod val="75000"/>
                    <a:lumOff val="25000"/>
                  </a:schemeClr>
                </a:solidFill>
                <a:latin typeface="Noto Sans" pitchFamily="34" charset="0"/>
                <a:ea typeface="맑은 고딕" pitchFamily="50" charset="-127"/>
              </a:defRPr>
            </a:lvl5pPr>
          </a:lstStyle>
          <a:p>
            <a:pPr lvl="0"/>
            <a:r>
              <a:rPr lang="en-US" altLang="ko-KR" dirty="0"/>
              <a:t>Replaced with your own text</a:t>
            </a:r>
            <a:endParaRPr lang="ko-KR" altLang="en-US" dirty="0"/>
          </a:p>
        </p:txBody>
      </p:sp>
      <p:sp>
        <p:nvSpPr>
          <p:cNvPr id="14" name="제목 1"/>
          <p:cNvSpPr>
            <a:spLocks noGrp="1"/>
          </p:cNvSpPr>
          <p:nvPr>
            <p:ph type="title"/>
          </p:nvPr>
        </p:nvSpPr>
        <p:spPr>
          <a:xfrm>
            <a:off x="609520" y="254777"/>
            <a:ext cx="10971373" cy="798753"/>
          </a:xfrm>
        </p:spPr>
        <p:txBody>
          <a:bodyPr vert="horz" lIns="99569" tIns="49785" rIns="99569" bIns="49785" rtlCol="0" anchor="ctr">
            <a:normAutofit/>
          </a:bodyPr>
          <a:lstStyle>
            <a:lvl1pPr algn="l" defTabSz="995690" rtl="0" eaLnBrk="1" latinLnBrk="1" hangingPunct="1">
              <a:spcBef>
                <a:spcPct val="0"/>
              </a:spcBef>
              <a:buNone/>
              <a:defRPr lang="ko-KR" altLang="en-US" sz="4000" b="1" kern="1200" baseline="0" dirty="0">
                <a:solidFill>
                  <a:schemeClr val="bg1"/>
                </a:solidFill>
                <a:effectLst/>
                <a:latin typeface="+mj-lt"/>
                <a:ea typeface="맑은 고딕" pitchFamily="50" charset="-127"/>
                <a:cs typeface="+mj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2" name="날짜 개체 틀 3"/>
          <p:cNvSpPr>
            <a:spLocks noGrp="1"/>
          </p:cNvSpPr>
          <p:nvPr>
            <p:ph type="dt" sz="half" idx="10"/>
          </p:nvPr>
        </p:nvSpPr>
        <p:spPr>
          <a:xfrm>
            <a:off x="609521" y="6502342"/>
            <a:ext cx="2844430" cy="220692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fld id="{ED3D6733-6F27-4404-AB51-585418F146E5}" type="datetimeFigureOut">
              <a:rPr lang="ko-KR" altLang="en-US" smtClean="0"/>
              <a:pPr/>
              <a:t>2024-09-04</a:t>
            </a:fld>
            <a:endParaRPr lang="ko-KR" altLang="en-US"/>
          </a:p>
        </p:txBody>
      </p:sp>
      <p:sp>
        <p:nvSpPr>
          <p:cNvPr id="13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165059" y="6502342"/>
            <a:ext cx="3860297" cy="220692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endParaRPr lang="ko-KR" altLang="en-US"/>
          </a:p>
        </p:txBody>
      </p:sp>
      <p:sp>
        <p:nvSpPr>
          <p:cNvPr id="1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736463" y="6502342"/>
            <a:ext cx="2844430" cy="220692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fld id="{EE6BC638-39B7-4287-91A7-2A3DDA57329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reveal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40"/>
            <a:ext cx="12190413" cy="6857107"/>
          </a:xfrm>
          <a:prstGeom prst="rect">
            <a:avLst/>
          </a:prstGeom>
        </p:spPr>
      </p:pic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09521" y="6502342"/>
            <a:ext cx="2844430" cy="220692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fld id="{ED3D6733-6F27-4404-AB51-585418F146E5}" type="datetimeFigureOut">
              <a:rPr lang="ko-KR" altLang="en-US" smtClean="0"/>
              <a:pPr/>
              <a:t>2024-09-04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165059" y="6502342"/>
            <a:ext cx="3860297" cy="220692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736463" y="6502342"/>
            <a:ext cx="2844430" cy="220692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fld id="{EE6BC638-39B7-4287-91A7-2A3DDA57329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5" name="제목 1"/>
          <p:cNvSpPr>
            <a:spLocks noGrp="1"/>
          </p:cNvSpPr>
          <p:nvPr>
            <p:ph type="title"/>
          </p:nvPr>
        </p:nvSpPr>
        <p:spPr>
          <a:xfrm>
            <a:off x="609521" y="254777"/>
            <a:ext cx="10971372" cy="798753"/>
          </a:xfrm>
        </p:spPr>
        <p:txBody>
          <a:bodyPr vert="horz" lIns="99569" tIns="49785" rIns="99569" bIns="49785" rtlCol="0" anchor="ctr">
            <a:normAutofit/>
          </a:bodyPr>
          <a:lstStyle>
            <a:lvl1pPr algn="l" defTabSz="995690" rtl="0" eaLnBrk="1" latinLnBrk="1" hangingPunct="1">
              <a:spcBef>
                <a:spcPct val="0"/>
              </a:spcBef>
              <a:buNone/>
              <a:defRPr lang="ko-KR" altLang="en-US" sz="4000" b="1" kern="1200" baseline="0" dirty="0">
                <a:solidFill>
                  <a:schemeClr val="accent6">
                    <a:lumMod val="50000"/>
                  </a:schemeClr>
                </a:solidFill>
                <a:effectLst/>
                <a:latin typeface="+mj-lt"/>
                <a:ea typeface="맑은 고딕" pitchFamily="50" charset="-127"/>
                <a:cs typeface="+mj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6" name="내용 개체 틀 2"/>
          <p:cNvSpPr>
            <a:spLocks noGrp="1"/>
          </p:cNvSpPr>
          <p:nvPr>
            <p:ph idx="1" hasCustomPrompt="1"/>
          </p:nvPr>
        </p:nvSpPr>
        <p:spPr>
          <a:xfrm>
            <a:off x="609521" y="1485578"/>
            <a:ext cx="10971372" cy="4824535"/>
          </a:xfrm>
        </p:spPr>
        <p:txBody>
          <a:bodyPr>
            <a:normAutofit/>
          </a:bodyPr>
          <a:lstStyle>
            <a:lvl1pPr algn="l">
              <a:buNone/>
              <a:defRPr sz="2000" i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맑은 고딕" pitchFamily="50" charset="-127"/>
              </a:defRPr>
            </a:lvl1pPr>
            <a:lvl2pPr algn="l">
              <a:buNone/>
              <a:defRPr sz="2500" baseline="0">
                <a:solidFill>
                  <a:schemeClr val="tx1">
                    <a:lumMod val="75000"/>
                    <a:lumOff val="25000"/>
                  </a:schemeClr>
                </a:solidFill>
                <a:latin typeface="Noto Sans" pitchFamily="34" charset="0"/>
                <a:ea typeface="맑은 고딕" pitchFamily="50" charset="-127"/>
              </a:defRPr>
            </a:lvl2pPr>
            <a:lvl3pPr algn="l">
              <a:buNone/>
              <a:defRPr sz="2500" baseline="0">
                <a:solidFill>
                  <a:schemeClr val="tx1">
                    <a:lumMod val="75000"/>
                    <a:lumOff val="25000"/>
                  </a:schemeClr>
                </a:solidFill>
                <a:latin typeface="Noto Sans" pitchFamily="34" charset="0"/>
                <a:ea typeface="맑은 고딕" pitchFamily="50" charset="-127"/>
              </a:defRPr>
            </a:lvl3pPr>
            <a:lvl4pPr algn="l">
              <a:buNone/>
              <a:defRPr sz="2500" baseline="0">
                <a:solidFill>
                  <a:schemeClr val="tx1">
                    <a:lumMod val="75000"/>
                    <a:lumOff val="25000"/>
                  </a:schemeClr>
                </a:solidFill>
                <a:latin typeface="Noto Sans" pitchFamily="34" charset="0"/>
                <a:ea typeface="맑은 고딕" pitchFamily="50" charset="-127"/>
              </a:defRPr>
            </a:lvl4pPr>
            <a:lvl5pPr algn="l">
              <a:buNone/>
              <a:defRPr sz="2500" baseline="0">
                <a:solidFill>
                  <a:schemeClr val="tx1">
                    <a:lumMod val="75000"/>
                    <a:lumOff val="25000"/>
                  </a:schemeClr>
                </a:solidFill>
                <a:latin typeface="Noto Sans" pitchFamily="34" charset="0"/>
                <a:ea typeface="맑은 고딕" pitchFamily="50" charset="-127"/>
              </a:defRPr>
            </a:lvl5pPr>
          </a:lstStyle>
          <a:p>
            <a:pPr lvl="0"/>
            <a:r>
              <a:rPr lang="en-US" altLang="ko-KR" dirty="0"/>
              <a:t>Replaced with your own text</a:t>
            </a:r>
            <a:endParaRPr lang="ko-KR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reveal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40"/>
            <a:ext cx="12190413" cy="6857107"/>
          </a:xfrm>
          <a:prstGeom prst="rect">
            <a:avLst/>
          </a:prstGeom>
        </p:spPr>
      </p:pic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ED3D6733-6F27-4404-AB51-585418F146E5}" type="datetimeFigureOut">
              <a:rPr lang="ko-KR" altLang="en-US" smtClean="0"/>
              <a:pPr/>
              <a:t>2024-09-04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EE6BC638-39B7-4287-91A7-2A3DDA57329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8" name="제목 1"/>
          <p:cNvSpPr>
            <a:spLocks noGrp="1"/>
          </p:cNvSpPr>
          <p:nvPr>
            <p:ph type="ctrTitle"/>
          </p:nvPr>
        </p:nvSpPr>
        <p:spPr>
          <a:xfrm>
            <a:off x="6199162" y="2528763"/>
            <a:ext cx="5394629" cy="2272246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9569" tIns="49785" rIns="99569" bIns="49785" numCol="1" rtlCol="0" anchor="t" anchorCtr="0" compatLnSpc="1">
            <a:prstTxWarp prst="textNoShape">
              <a:avLst/>
            </a:prstTxWarp>
            <a:noAutofit/>
          </a:bodyPr>
          <a:lstStyle>
            <a:lvl1pPr marL="0" indent="0" algn="r" defTabSz="99569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Font typeface="굴림체" pitchFamily="49" charset="-127"/>
              <a:buNone/>
              <a:defRPr lang="ko-KR" altLang="en-US" sz="7200" kern="1200" baseline="0" dirty="0">
                <a:solidFill>
                  <a:schemeClr val="bg1"/>
                </a:solidFill>
                <a:effectLst/>
                <a:latin typeface="+mj-lt"/>
                <a:ea typeface="맑은 고딕" pitchFamily="50" charset="-127"/>
                <a:cs typeface="+mj-cs"/>
              </a:defRPr>
            </a:lvl1pPr>
          </a:lstStyle>
          <a:p>
            <a:endParaRPr lang="ko-KR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reveal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09521" y="19030"/>
            <a:ext cx="10971372" cy="797093"/>
          </a:xfrm>
          <a:prstGeom prst="rect">
            <a:avLst/>
          </a:prstGeom>
        </p:spPr>
        <p:txBody>
          <a:bodyPr vert="horz" lIns="99569" tIns="49785" rIns="99569" bIns="49785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21" y="1062267"/>
            <a:ext cx="10971372" cy="5287636"/>
          </a:xfrm>
          <a:prstGeom prst="rect">
            <a:avLst/>
          </a:prstGeom>
        </p:spPr>
        <p:txBody>
          <a:bodyPr vert="horz" lIns="99569" tIns="49785" rIns="99569" bIns="49785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21" y="6430887"/>
            <a:ext cx="2844430" cy="29214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3D6733-6F27-4404-AB51-585418F146E5}" type="datetimeFigureOut">
              <a:rPr lang="ko-KR" altLang="en-US" smtClean="0"/>
              <a:pPr/>
              <a:t>2024-09-04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059" y="6430887"/>
            <a:ext cx="3860297" cy="29214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6463" y="6430887"/>
            <a:ext cx="2844430" cy="29214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6BC638-39B7-4287-91A7-2A3DDA57329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51" r:id="rId3"/>
    <p:sldLayoutId id="2147483656" r:id="rId4"/>
    <p:sldLayoutId id="2147483650" r:id="rId5"/>
    <p:sldLayoutId id="2147483657" r:id="rId6"/>
  </p:sldLayoutIdLst>
  <mc:AlternateContent xmlns:mc="http://schemas.openxmlformats.org/markup-compatibility/2006">
    <mc:Choice xmlns:p14="http://schemas.microsoft.com/office/powerpoint/2010/main" Requires="p14">
      <p:transition spd="slow" p14:dur="1500">
        <p14:reveal/>
      </p:transition>
    </mc:Choice>
    <mc:Fallback>
      <p:transition spd="slow">
        <p:fade/>
      </p:transition>
    </mc:Fallback>
  </mc:AlternateContent>
  <p:txStyles>
    <p:titleStyle>
      <a:lvl1pPr algn="l" defTabSz="995690" rtl="0" eaLnBrk="1" latinLnBrk="1" hangingPunct="1">
        <a:spcBef>
          <a:spcPct val="0"/>
        </a:spcBef>
        <a:buNone/>
        <a:defRPr lang="ko-KR" altLang="en-US" sz="3800" kern="1200">
          <a:solidFill>
            <a:sysClr val="windowText" lastClr="000000"/>
          </a:solidFill>
          <a:latin typeface="맑은 고딕" pitchFamily="50" charset="-127"/>
          <a:ea typeface="맑은 고딕" pitchFamily="50" charset="-127"/>
          <a:cs typeface="+mj-cs"/>
        </a:defRPr>
      </a:lvl1pPr>
    </p:titleStyle>
    <p:bodyStyle>
      <a:lvl1pPr marL="373384" indent="-373384" algn="l" defTabSz="995690" rtl="0" eaLnBrk="1" latinLnBrk="1" hangingPunct="1">
        <a:spcBef>
          <a:spcPct val="20000"/>
        </a:spcBef>
        <a:buFont typeface="Arial" pitchFamily="34" charset="0"/>
        <a:buChar char="•"/>
        <a:defRPr lang="ko-KR" altLang="en-US" sz="2700" kern="1200" smtClean="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808998" indent="-311153" algn="l" defTabSz="995690" rtl="0" eaLnBrk="1" latinLnBrk="1" hangingPunct="1">
        <a:spcBef>
          <a:spcPct val="20000"/>
        </a:spcBef>
        <a:buFont typeface="Arial" pitchFamily="34" charset="0"/>
        <a:buChar char="–"/>
        <a:defRPr lang="ko-KR" altLang="en-US" sz="2000" kern="1200" smtClean="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2pPr>
      <a:lvl3pPr marL="1244613" indent="-248923" algn="l" defTabSz="995690" rtl="0" eaLnBrk="1" latinLnBrk="1" hangingPunct="1">
        <a:spcBef>
          <a:spcPct val="20000"/>
        </a:spcBef>
        <a:buFont typeface="Arial" pitchFamily="34" charset="0"/>
        <a:buChar char="•"/>
        <a:defRPr lang="ko-KR" altLang="en-US" sz="2000" kern="1200" smtClean="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3pPr>
      <a:lvl4pPr marL="1742458" indent="-248923" algn="l" defTabSz="995690" rtl="0" eaLnBrk="1" latinLnBrk="1" hangingPunct="1">
        <a:spcBef>
          <a:spcPct val="20000"/>
        </a:spcBef>
        <a:buFont typeface="Arial" pitchFamily="34" charset="0"/>
        <a:buChar char="–"/>
        <a:defRPr lang="ko-KR" altLang="en-US" sz="2000" kern="1200" smtClean="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4pPr>
      <a:lvl5pPr marL="2240303" indent="-248923" algn="l" defTabSz="995690" rtl="0" eaLnBrk="1" latinLnBrk="1" hangingPunct="1">
        <a:spcBef>
          <a:spcPct val="20000"/>
        </a:spcBef>
        <a:buFont typeface="Arial" pitchFamily="34" charset="0"/>
        <a:buChar char="»"/>
        <a:defRPr lang="ko-KR" altLang="en-US" sz="20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5pPr>
      <a:lvl6pPr marL="2738148" indent="-248923" algn="l" defTabSz="995690" rtl="0" eaLnBrk="1" latinLnBrk="1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235993" indent="-248923" algn="l" defTabSz="995690" rtl="0" eaLnBrk="1" latinLnBrk="1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733838" indent="-248923" algn="l" defTabSz="995690" rtl="0" eaLnBrk="1" latinLnBrk="1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231683" indent="-248923" algn="l" defTabSz="995690" rtl="0" eaLnBrk="1" latinLnBrk="1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7845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95690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493535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991380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489225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87070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84916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82761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ctrTitle"/>
          </p:nvPr>
        </p:nvSpPr>
        <p:spPr>
          <a:xfrm>
            <a:off x="5591150" y="1989634"/>
            <a:ext cx="5016163" cy="1881599"/>
          </a:xfrm>
        </p:spPr>
        <p:txBody>
          <a:bodyPr/>
          <a:lstStyle/>
          <a:p>
            <a:r>
              <a:rPr lang="en-US" altLang="ko-KR" dirty="0">
                <a:latin typeface="Copperplate Gothic Light" panose="020E0507020206020404" pitchFamily="34" charset="0"/>
              </a:rPr>
              <a:t>SQL Pizza Sales</a:t>
            </a:r>
            <a:br>
              <a:rPr lang="en-US" altLang="ko-KR" dirty="0">
                <a:latin typeface="Copperplate Gothic Light" panose="020E0507020206020404" pitchFamily="34" charset="0"/>
              </a:rPr>
            </a:br>
            <a:r>
              <a:rPr lang="en-US" altLang="ko-KR" dirty="0">
                <a:latin typeface="Copperplate Gothic Light" panose="020E0507020206020404" pitchFamily="34" charset="0"/>
              </a:rPr>
              <a:t>PROJECT</a:t>
            </a:r>
            <a:endParaRPr lang="ko-KR" altLang="en-US" b="1" dirty="0">
              <a:latin typeface="Copperplate Gothic Light" panose="020E0507020206020404" pitchFamily="34" charset="0"/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5933472" y="1989634"/>
            <a:ext cx="4616691" cy="0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/>
        </p:nvCxnSpPr>
        <p:spPr>
          <a:xfrm>
            <a:off x="5990622" y="4869954"/>
            <a:ext cx="4616691" cy="0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A9A04C5-DEFA-923A-6D25-076CC7F44A2B}"/>
              </a:ext>
            </a:extLst>
          </p:cNvPr>
          <p:cNvSpPr/>
          <p:nvPr/>
        </p:nvSpPr>
        <p:spPr>
          <a:xfrm>
            <a:off x="6095206" y="5076592"/>
            <a:ext cx="4392488" cy="792084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/>
                </a:solidFill>
                <a:latin typeface="Copperplate Gothic Light" panose="020E0507020206020404" pitchFamily="34" charset="0"/>
                <a:cs typeface="Arial" panose="020B0604020202020204" pitchFamily="34" charset="0"/>
              </a:rPr>
              <a:t>BY - AYUSH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reveal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FAE8C4B-E08C-B25C-BDEC-047140A95555}"/>
              </a:ext>
            </a:extLst>
          </p:cNvPr>
          <p:cNvSpPr/>
          <p:nvPr/>
        </p:nvSpPr>
        <p:spPr>
          <a:xfrm>
            <a:off x="586594" y="405458"/>
            <a:ext cx="11017224" cy="6048672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Basic:</a:t>
            </a:r>
          </a:p>
          <a:p>
            <a:pPr marL="457200" indent="-457200">
              <a:buAutoNum type="arabicParenR"/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Retrieve the total number of orders placed.</a:t>
            </a:r>
          </a:p>
          <a:p>
            <a:pPr marL="457200" indent="-457200">
              <a:buAutoNum type="arabicParenR"/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Calculate the total revenue generated from pizza sales.</a:t>
            </a:r>
          </a:p>
          <a:p>
            <a:pPr marL="457200" indent="-457200">
              <a:buAutoNum type="arabicParenR"/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Identify the highest-priced pizza.</a:t>
            </a:r>
          </a:p>
          <a:p>
            <a:pPr marL="457200" indent="-457200">
              <a:buAutoNum type="arabicParenR"/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Identify the most common pizza size ordered.</a:t>
            </a:r>
          </a:p>
          <a:p>
            <a:pPr marL="457200" indent="-457200">
              <a:buAutoNum type="arabicParenR"/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List the top 5 most ordered pizza types along with their quantities</a:t>
            </a:r>
          </a:p>
          <a:p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Intermediate:</a:t>
            </a:r>
          </a:p>
          <a:p>
            <a:pPr marL="457200" indent="-457200">
              <a:buAutoNum type="arabicParenR"/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Join the necessary tables to find the total quantity of each pizza category ordered.</a:t>
            </a:r>
          </a:p>
          <a:p>
            <a:pPr marL="457200" indent="-457200">
              <a:buAutoNum type="arabicParenR"/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Determine the distribution of orders by hour of the day.</a:t>
            </a:r>
          </a:p>
          <a:p>
            <a:pPr marL="457200" indent="-457200">
              <a:buAutoNum type="arabicParenR"/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Join relevant tables to find the category-wise distribution of pizzas.</a:t>
            </a:r>
          </a:p>
          <a:p>
            <a:pPr marL="457200" indent="-457200">
              <a:buAutoNum type="arabicParenR"/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 the orders by date and calculate the average number of pizzas ordered per day.</a:t>
            </a:r>
          </a:p>
          <a:p>
            <a:pPr marL="457200" indent="-457200">
              <a:buAutoNum type="arabicParenR"/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Determine the top 3 most ordered pizza types based on revenue.</a:t>
            </a:r>
          </a:p>
          <a:p>
            <a:endParaRPr lang="en-US" sz="1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Advanced:</a:t>
            </a:r>
          </a:p>
          <a:p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1)    Calculate the percentage contribution of each pizza type to total revenue.</a:t>
            </a:r>
          </a:p>
          <a:p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2)    Analyze the cumulative revenue generated over time.</a:t>
            </a:r>
          </a:p>
          <a:p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3)    Determine the top 3 most ordered pizza types based on revenue for each pizza category</a:t>
            </a:r>
          </a:p>
        </p:txBody>
      </p:sp>
      <p:sp>
        <p:nvSpPr>
          <p:cNvPr id="9" name="Arrow: Left-Right 8">
            <a:extLst>
              <a:ext uri="{FF2B5EF4-FFF2-40B4-BE49-F238E27FC236}">
                <a16:creationId xmlns:a16="http://schemas.microsoft.com/office/drawing/2014/main" id="{FE14D6BA-C38A-3F39-E66F-F364A76AA90F}"/>
              </a:ext>
            </a:extLst>
          </p:cNvPr>
          <p:cNvSpPr/>
          <p:nvPr/>
        </p:nvSpPr>
        <p:spPr>
          <a:xfrm>
            <a:off x="2998862" y="117426"/>
            <a:ext cx="6192688" cy="1296144"/>
          </a:xfrm>
          <a:prstGeom prst="leftRightArrow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  <a:latin typeface="Copperplate Gothic Light" panose="020E0507020206020404" pitchFamily="34" charset="0"/>
                <a:cs typeface="Arial" panose="020B0604020202020204" pitchFamily="34" charset="0"/>
              </a:rPr>
              <a:t>Content of project</a:t>
            </a:r>
          </a:p>
        </p:txBody>
      </p:sp>
    </p:spTree>
    <p:extLst>
      <p:ext uri="{BB962C8B-B14F-4D97-AF65-F5344CB8AC3E}">
        <p14:creationId xmlns:p14="http://schemas.microsoft.com/office/powerpoint/2010/main" val="15547828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reveal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5863E42-6FF9-8596-2D25-1F5EF6F1FA0F}"/>
              </a:ext>
            </a:extLst>
          </p:cNvPr>
          <p:cNvSpPr/>
          <p:nvPr/>
        </p:nvSpPr>
        <p:spPr>
          <a:xfrm>
            <a:off x="2892419" y="1125538"/>
            <a:ext cx="7272808" cy="818069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Retrieve the total number of orders placed</a:t>
            </a:r>
            <a:r>
              <a:rPr lang="en-US" dirty="0"/>
              <a:t>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BFDCCE1-2ED1-37EE-70E6-093CE8B2ECF0}"/>
              </a:ext>
            </a:extLst>
          </p:cNvPr>
          <p:cNvSpPr/>
          <p:nvPr/>
        </p:nvSpPr>
        <p:spPr>
          <a:xfrm>
            <a:off x="3722083" y="2349674"/>
            <a:ext cx="5613482" cy="216024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96370A-8C4C-CD55-0FFF-6E2540A0CE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8251" y="2662224"/>
            <a:ext cx="4921145" cy="15351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reveal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39FDE39-F6C4-09C5-4665-844E41904C89}"/>
              </a:ext>
            </a:extLst>
          </p:cNvPr>
          <p:cNvSpPr/>
          <p:nvPr/>
        </p:nvSpPr>
        <p:spPr>
          <a:xfrm>
            <a:off x="1198662" y="748543"/>
            <a:ext cx="6120680" cy="1008112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Calculate the total revenue generated from pizza sales.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156CF39-369F-C3AF-367D-EE805B161195}"/>
              </a:ext>
            </a:extLst>
          </p:cNvPr>
          <p:cNvSpPr/>
          <p:nvPr/>
        </p:nvSpPr>
        <p:spPr>
          <a:xfrm>
            <a:off x="910630" y="2133650"/>
            <a:ext cx="6768752" cy="2664296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76476AC-B851-4CE9-0543-1B8C908D51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0637" y="2414616"/>
            <a:ext cx="6168737" cy="20303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reveal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0FFAA80-F7A2-47A2-8C1E-297549B7D767}"/>
              </a:ext>
            </a:extLst>
          </p:cNvPr>
          <p:cNvSpPr/>
          <p:nvPr/>
        </p:nvSpPr>
        <p:spPr>
          <a:xfrm>
            <a:off x="4078982" y="909514"/>
            <a:ext cx="6768752" cy="1008112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Identify the highest-priced pizza.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79E64EA-0756-C0DC-DE0D-F143782A5183}"/>
              </a:ext>
            </a:extLst>
          </p:cNvPr>
          <p:cNvSpPr/>
          <p:nvPr/>
        </p:nvSpPr>
        <p:spPr>
          <a:xfrm>
            <a:off x="3934966" y="2421682"/>
            <a:ext cx="7056784" cy="2808312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1E70C9-77CD-E376-FEC8-7E371DB8E9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4260" y="2734797"/>
            <a:ext cx="6419458" cy="2182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2172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reveal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742E5C0-1F24-E7D2-E927-4DF5FF10ED64}"/>
              </a:ext>
            </a:extLst>
          </p:cNvPr>
          <p:cNvSpPr/>
          <p:nvPr/>
        </p:nvSpPr>
        <p:spPr>
          <a:xfrm>
            <a:off x="2710830" y="909514"/>
            <a:ext cx="6768752" cy="792088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Identify the most common pizza size ordered.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166A105-303C-AF4E-CCB1-30611489913E}"/>
              </a:ext>
            </a:extLst>
          </p:cNvPr>
          <p:cNvSpPr/>
          <p:nvPr/>
        </p:nvSpPr>
        <p:spPr>
          <a:xfrm>
            <a:off x="2350790" y="2277666"/>
            <a:ext cx="7488832" cy="3024336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EB112AF-2425-7A47-35C3-5845F30BB6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4044" y="2565698"/>
            <a:ext cx="6862324" cy="24299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reveal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D1DFDB0-C951-6F89-E31F-3841A8B69DFC}"/>
              </a:ext>
            </a:extLst>
          </p:cNvPr>
          <p:cNvSpPr/>
          <p:nvPr/>
        </p:nvSpPr>
        <p:spPr>
          <a:xfrm>
            <a:off x="694606" y="765498"/>
            <a:ext cx="6696744" cy="936104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List the top 5 most ordered pizza types along with their quantities.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5E0BE95-F491-44E3-D8A8-D3089645D94C}"/>
              </a:ext>
            </a:extLst>
          </p:cNvPr>
          <p:cNvSpPr/>
          <p:nvPr/>
        </p:nvSpPr>
        <p:spPr>
          <a:xfrm>
            <a:off x="802618" y="2133916"/>
            <a:ext cx="6444716" cy="3456384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B74EF1-246C-C72A-2F5B-552DA0C933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4096" y="2493689"/>
            <a:ext cx="5597763" cy="2736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3957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reveal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DAC7CEB-1108-B09F-0BBB-F19FEEC35C4E}"/>
              </a:ext>
            </a:extLst>
          </p:cNvPr>
          <p:cNvSpPr/>
          <p:nvPr/>
        </p:nvSpPr>
        <p:spPr>
          <a:xfrm>
            <a:off x="2962493" y="895754"/>
            <a:ext cx="8280191" cy="1008112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Join the necessary tables to find the total quantity of each pizza category ordered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6563811-D0C6-CA74-0F9C-661C1BF46B9B}"/>
              </a:ext>
            </a:extLst>
          </p:cNvPr>
          <p:cNvSpPr/>
          <p:nvPr/>
        </p:nvSpPr>
        <p:spPr>
          <a:xfrm>
            <a:off x="3862958" y="2205658"/>
            <a:ext cx="6624736" cy="3528392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6F59C7-9BF8-6FFE-835C-278C70AC65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5006" y="2565698"/>
            <a:ext cx="5762096" cy="2785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8646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reveal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6233E40-D6A1-29C6-E253-A9DE67522887}"/>
              </a:ext>
            </a:extLst>
          </p:cNvPr>
          <p:cNvSpPr/>
          <p:nvPr/>
        </p:nvSpPr>
        <p:spPr>
          <a:xfrm>
            <a:off x="2170770" y="837506"/>
            <a:ext cx="7848872" cy="936104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Determine the distribution of orders by hour of the day.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64F1B13-62F6-B86B-07A7-EFBE37F6F84E}"/>
              </a:ext>
            </a:extLst>
          </p:cNvPr>
          <p:cNvSpPr/>
          <p:nvPr/>
        </p:nvSpPr>
        <p:spPr>
          <a:xfrm>
            <a:off x="1725024" y="2493690"/>
            <a:ext cx="8964996" cy="2592289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3530177-C4D8-34F6-A8FC-EB61C73897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919" y="2853730"/>
            <a:ext cx="8123206" cy="1840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9250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reveal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2D4CE72-5AA4-43CD-D593-45A5B72FC083}"/>
              </a:ext>
            </a:extLst>
          </p:cNvPr>
          <p:cNvSpPr/>
          <p:nvPr/>
        </p:nvSpPr>
        <p:spPr>
          <a:xfrm>
            <a:off x="694606" y="765498"/>
            <a:ext cx="6480719" cy="936104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Join relevant tables to find the category-wise distribution of pizzas.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1D03491-29F2-9E28-30F5-8D0679950C79}"/>
              </a:ext>
            </a:extLst>
          </p:cNvPr>
          <p:cNvSpPr/>
          <p:nvPr/>
        </p:nvSpPr>
        <p:spPr>
          <a:xfrm>
            <a:off x="1249515" y="1989634"/>
            <a:ext cx="5349748" cy="3096344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C6EC22-B3D2-02AE-DF6A-CB5F20D2EE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3258" y="2349674"/>
            <a:ext cx="4397043" cy="2327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8224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reveal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822E544-332A-E370-D154-71E5F0968986}"/>
              </a:ext>
            </a:extLst>
          </p:cNvPr>
          <p:cNvSpPr/>
          <p:nvPr/>
        </p:nvSpPr>
        <p:spPr>
          <a:xfrm>
            <a:off x="2566814" y="621482"/>
            <a:ext cx="8784976" cy="936104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 the orders by date and calculate the average number of pizzas ordered per day.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1A5D007-956F-4299-47B9-434A41609206}"/>
              </a:ext>
            </a:extLst>
          </p:cNvPr>
          <p:cNvSpPr/>
          <p:nvPr/>
        </p:nvSpPr>
        <p:spPr>
          <a:xfrm>
            <a:off x="2998861" y="1989634"/>
            <a:ext cx="7992889" cy="324036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0E5681-3DCE-859F-C375-11C0540DC0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2918" y="2340444"/>
            <a:ext cx="6977906" cy="2538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5405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reveal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F4C5275-52E1-04D0-5063-5CAE0EDB126D}"/>
              </a:ext>
            </a:extLst>
          </p:cNvPr>
          <p:cNvSpPr/>
          <p:nvPr/>
        </p:nvSpPr>
        <p:spPr>
          <a:xfrm>
            <a:off x="1126654" y="693490"/>
            <a:ext cx="9505056" cy="936104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Determine the top 3 most ordered pizza types based on revenue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05A288A-C1D1-E93B-8C19-28C4C260DD27}"/>
              </a:ext>
            </a:extLst>
          </p:cNvPr>
          <p:cNvSpPr/>
          <p:nvPr/>
        </p:nvSpPr>
        <p:spPr>
          <a:xfrm>
            <a:off x="2202396" y="1989634"/>
            <a:ext cx="7272809" cy="4032448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E57E3A-995E-F89A-1374-627966C2F1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0830" y="2355985"/>
            <a:ext cx="6256562" cy="3299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1889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reveal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23EDAE2-144F-35AA-8667-ACF9A83B1AB2}"/>
              </a:ext>
            </a:extLst>
          </p:cNvPr>
          <p:cNvSpPr/>
          <p:nvPr/>
        </p:nvSpPr>
        <p:spPr>
          <a:xfrm>
            <a:off x="622598" y="765498"/>
            <a:ext cx="7560840" cy="936104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Determine the top 3 most ordered pizza types based on revenue for each pizza category.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8C0958A-1434-8635-BE86-C5DE84F43DDB}"/>
              </a:ext>
            </a:extLst>
          </p:cNvPr>
          <p:cNvSpPr/>
          <p:nvPr/>
        </p:nvSpPr>
        <p:spPr>
          <a:xfrm>
            <a:off x="622598" y="1989634"/>
            <a:ext cx="7560840" cy="396044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CFB56B4-C9D4-46FF-EFB7-49790682E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646" y="2323417"/>
            <a:ext cx="6696744" cy="3292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2381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reveal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EA7D341-3D9D-F715-0BEC-075860F8B5D1}"/>
              </a:ext>
            </a:extLst>
          </p:cNvPr>
          <p:cNvSpPr/>
          <p:nvPr/>
        </p:nvSpPr>
        <p:spPr>
          <a:xfrm>
            <a:off x="2998862" y="621482"/>
            <a:ext cx="7848872" cy="936104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Analyze the cumulative revenue generated over time.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F00689A-2D19-11F8-1498-F1ACE54E0AAD}"/>
              </a:ext>
            </a:extLst>
          </p:cNvPr>
          <p:cNvSpPr/>
          <p:nvPr/>
        </p:nvSpPr>
        <p:spPr>
          <a:xfrm>
            <a:off x="3335610" y="1989634"/>
            <a:ext cx="7175375" cy="3744416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322DC7-4EA5-4B91-129F-99ADDDA3E1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8809" y="2349141"/>
            <a:ext cx="6408975" cy="3025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6166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reveal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6C8D571-457D-1519-51F1-C08465D690BC}"/>
              </a:ext>
            </a:extLst>
          </p:cNvPr>
          <p:cNvSpPr/>
          <p:nvPr/>
        </p:nvSpPr>
        <p:spPr>
          <a:xfrm>
            <a:off x="1306675" y="783916"/>
            <a:ext cx="9361038" cy="77981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600CD5B-2561-355D-6633-87E255D725EC}"/>
              </a:ext>
            </a:extLst>
          </p:cNvPr>
          <p:cNvSpPr/>
          <p:nvPr/>
        </p:nvSpPr>
        <p:spPr>
          <a:xfrm>
            <a:off x="2494806" y="1773610"/>
            <a:ext cx="6984776" cy="4511946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EC6B51-B8BE-D0FE-73C3-87AA139E5E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9570" y="2193379"/>
            <a:ext cx="5763235" cy="367240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554AFCA-3D87-C9D9-6A56-BCA2DC1E7E09}"/>
              </a:ext>
            </a:extLst>
          </p:cNvPr>
          <p:cNvSpPr txBox="1"/>
          <p:nvPr/>
        </p:nvSpPr>
        <p:spPr>
          <a:xfrm>
            <a:off x="1619654" y="963561"/>
            <a:ext cx="89511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Calculate the percentage contribution of each pizza type to total revenue.</a:t>
            </a:r>
          </a:p>
        </p:txBody>
      </p:sp>
    </p:spTree>
    <p:extLst>
      <p:ext uri="{BB962C8B-B14F-4D97-AF65-F5344CB8AC3E}">
        <p14:creationId xmlns:p14="http://schemas.microsoft.com/office/powerpoint/2010/main" val="28675780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reveal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ctrTitle"/>
          </p:nvPr>
        </p:nvSpPr>
        <p:spPr>
          <a:xfrm>
            <a:off x="7535366" y="2565697"/>
            <a:ext cx="3960440" cy="2232248"/>
          </a:xfrm>
        </p:spPr>
        <p:txBody>
          <a:bodyPr/>
          <a:lstStyle/>
          <a:p>
            <a:pPr algn="r"/>
            <a:r>
              <a:rPr lang="en-US" altLang="ko-KR" dirty="0">
                <a:solidFill>
                  <a:schemeClr val="bg1"/>
                </a:solidFill>
              </a:rPr>
              <a:t>THANK</a:t>
            </a:r>
            <a:br>
              <a:rPr lang="en-US" altLang="ko-KR" dirty="0">
                <a:solidFill>
                  <a:schemeClr val="bg1"/>
                </a:solidFill>
              </a:rPr>
            </a:br>
            <a:r>
              <a:rPr lang="en-US" altLang="ko-KR" dirty="0">
                <a:solidFill>
                  <a:schemeClr val="bg1"/>
                </a:solidFill>
              </a:rPr>
              <a:t>YOU</a:t>
            </a:r>
            <a:endParaRPr lang="ko-KR" altLang="en-US" dirty="0">
              <a:solidFill>
                <a:schemeClr val="bg1"/>
              </a:solidFill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8406408" y="4903489"/>
            <a:ext cx="2994530" cy="0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/>
          <p:cNvCxnSpPr/>
          <p:nvPr/>
        </p:nvCxnSpPr>
        <p:spPr>
          <a:xfrm>
            <a:off x="8406408" y="2522239"/>
            <a:ext cx="2994530" cy="0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reveal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사용자 지정 1">
      <a:majorFont>
        <a:latin typeface="Calibri"/>
        <a:ea typeface="맑은 고딕"/>
        <a:cs typeface=""/>
      </a:majorFont>
      <a:minorFont>
        <a:latin typeface="Calibri Light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12648</TotalTime>
  <Words>313</Words>
  <Application>Microsoft Office PowerPoint</Application>
  <PresentationFormat>Custom</PresentationFormat>
  <Paragraphs>36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맑은 고딕</vt:lpstr>
      <vt:lpstr>Copperplate Gothic Light</vt:lpstr>
      <vt:lpstr>Calibri Light</vt:lpstr>
      <vt:lpstr>Noto Sans</vt:lpstr>
      <vt:lpstr>굴림체</vt:lpstr>
      <vt:lpstr>Arial</vt:lpstr>
      <vt:lpstr>Office 테마</vt:lpstr>
      <vt:lpstr>SQL Pizza Sales PROJECT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Manager>Slide Members</Manager>
  <Company>YESFORM Co.,Ltd.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Members</dc:title>
  <dc:subject>Powerpoint Templates , Diagram, Chart, Google slides, Keynote</dc:subject>
  <dc:creator>Slide Members by HS.SEO</dc:creator>
  <cp:keywords>SlideMembers, ppt, PPT Templates, Presentation, Diagram, Chart, Yesform, Google slides, Keynote, Free Slides</cp:keywords>
  <dc:description>The copyright of this document is at Slide Members. Unauthorized copying may result in legal sanctions.</dc:description>
  <cp:lastModifiedBy>Ayush Uday</cp:lastModifiedBy>
  <cp:revision>2</cp:revision>
  <dcterms:created xsi:type="dcterms:W3CDTF">2010-02-01T08:03:16Z</dcterms:created>
  <dcterms:modified xsi:type="dcterms:W3CDTF">2024-09-04T04:48:16Z</dcterms:modified>
  <cp:category>www.slidemembers.com</cp:category>
</cp:coreProperties>
</file>